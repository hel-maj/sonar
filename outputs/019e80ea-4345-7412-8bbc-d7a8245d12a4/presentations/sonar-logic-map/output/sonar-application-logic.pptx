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d06d092a4e4764" /><Relationship Type="http://schemas.openxmlformats.org/officeDocument/2006/relationships/extended-properties" Target="/docProps/app.xml" Id="R0990b6ced7074655" /><Relationship Type="http://schemas.openxmlformats.org/officeDocument/2006/relationships/officeDocument" Target="/ppt/presentation.xml" Id="Rf4800c94b3c0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e6bb7ecd634aaa"/>
  </p:sldMasterIdLst>
  <p:notesMasterIdLst>
    <p:notesMasterId xmlns:r="http://schemas.openxmlformats.org/officeDocument/2006/relationships" r:id="Rce72452c7f8b427c"/>
  </p:notesMasterIdLst>
  <p:sldIdLst>
    <p:sldId xmlns:r="http://schemas.openxmlformats.org/officeDocument/2006/relationships" id="256" r:id="R0c530824695e4698"/>
    <p:sldId xmlns:r="http://schemas.openxmlformats.org/officeDocument/2006/relationships" id="257" r:id="R6b11bee095ea4335"/>
    <p:sldId xmlns:r="http://schemas.openxmlformats.org/officeDocument/2006/relationships" id="258" r:id="R2d702c8b23cf4a56"/>
    <p:sldId xmlns:r="http://schemas.openxmlformats.org/officeDocument/2006/relationships" id="259" r:id="R9a1ace2c6675484a"/>
    <p:sldId xmlns:r="http://schemas.openxmlformats.org/officeDocument/2006/relationships" id="260" r:id="Re91eba5f6f5249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6bb7ecd634aaa" /><Relationship Type="http://schemas.openxmlformats.org/officeDocument/2006/relationships/theme" Target="/ppt/theme/theme1.xml" Id="Rfe9301be8fa04982" /><Relationship Type="http://schemas.openxmlformats.org/officeDocument/2006/relationships/notesMaster" Target="/ppt/notesMasters/notesMaster1.xml" Id="Rce72452c7f8b427c" /><Relationship Type="http://schemas.openxmlformats.org/officeDocument/2006/relationships/presProps" Target="/ppt/presProps.xml" Id="Rf13f2fc179a446db" /><Relationship Type="http://schemas.openxmlformats.org/officeDocument/2006/relationships/viewProps" Target="/ppt/viewProps.xml" Id="R47ffe1cf824241f2" /><Relationship Type="http://schemas.openxmlformats.org/officeDocument/2006/relationships/tableStyles" Target="/ppt/tableStyles.xml" Id="Rc7a92c4839814e26" /><Relationship Type="http://schemas.openxmlformats.org/officeDocument/2006/relationships/slide" Target="/ppt/slides/slide1.xml" Id="R0c530824695e4698" /><Relationship Type="http://schemas.openxmlformats.org/officeDocument/2006/relationships/slide" Target="/ppt/slides/slide2.xml" Id="R6b11bee095ea4335" /><Relationship Type="http://schemas.openxmlformats.org/officeDocument/2006/relationships/slide" Target="/ppt/slides/slide3.xml" Id="R2d702c8b23cf4a56" /><Relationship Type="http://schemas.openxmlformats.org/officeDocument/2006/relationships/slide" Target="/ppt/slides/slide4.xml" Id="R9a1ace2c6675484a" /><Relationship Type="http://schemas.openxmlformats.org/officeDocument/2006/relationships/slide" Target="/ppt/slides/slide5.xml" Id="Re91eba5f6f5249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4ba6b2a37ea47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68317e6b444ad" /><Relationship Type="http://schemas.openxmlformats.org/officeDocument/2006/relationships/notesMaster" Target="/ppt/notesMasters/notesMaster1.xml" Id="R01a250252e4247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17b316c7d54c93" /><Relationship Type="http://schemas.openxmlformats.org/officeDocument/2006/relationships/notesMaster" Target="/ppt/notesMasters/notesMaster1.xml" Id="Rd83d6d898b404a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507bbf90534441" /><Relationship Type="http://schemas.openxmlformats.org/officeDocument/2006/relationships/notesMaster" Target="/ppt/notesMasters/notesMaster1.xml" Id="Rd7bd23d4c6994d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262f3660d14ff7" /><Relationship Type="http://schemas.openxmlformats.org/officeDocument/2006/relationships/notesMaster" Target="/ppt/notesMasters/notesMaster1.xml" Id="Re6494cbebf1041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0220b257574c02" /><Relationship Type="http://schemas.openxmlformats.org/officeDocument/2006/relationships/notesMaster" Target="/ppt/notesMasters/notesMaster1.xml" Id="R221cd3e57e314e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ad31b89a148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653456c6c0546ce" /><Relationship Type="http://schemas.openxmlformats.org/officeDocument/2006/relationships/slideLayout" Target="/ppt/slideLayouts/slideLayout2.xml" Id="Rc67baadf420746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7baadf420746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995f0b7ec49cf" /><Relationship Type="http://schemas.openxmlformats.org/officeDocument/2006/relationships/image" Target="/ppt/media/image.png" Id="R80bb5f21851f4340" /><Relationship Type="http://schemas.openxmlformats.org/officeDocument/2006/relationships/notesSlide" Target="/ppt/notesSlides/notesSlide1.xml" Id="R0352bd51ad3649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fa168b98f840d0" /><Relationship Type="http://schemas.openxmlformats.org/officeDocument/2006/relationships/image" Target="/ppt/media/image2.png" Id="R09c6729c09b942dd" /><Relationship Type="http://schemas.openxmlformats.org/officeDocument/2006/relationships/notesSlide" Target="/ppt/notesSlides/notesSlide2.xml" Id="R90b757a133c44d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3ffd5b6b2645f8" /><Relationship Type="http://schemas.openxmlformats.org/officeDocument/2006/relationships/image" Target="/ppt/media/image3.png" Id="R03e7f145c0cd43f6" /><Relationship Type="http://schemas.openxmlformats.org/officeDocument/2006/relationships/notesSlide" Target="/ppt/notesSlides/notesSlide3.xml" Id="R0d6ee68a630445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95e5d6b7cd45fb" /><Relationship Type="http://schemas.openxmlformats.org/officeDocument/2006/relationships/image" Target="/ppt/media/image4.png" Id="R49204df32a014765" /><Relationship Type="http://schemas.openxmlformats.org/officeDocument/2006/relationships/notesSlide" Target="/ppt/notesSlides/notesSlide4.xml" Id="R21802a14016241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a1de4ad17540c7" /><Relationship Type="http://schemas.openxmlformats.org/officeDocument/2006/relationships/notesSlide" Target="/ppt/notesSlides/notesSlide5.xml" Id="Re02c4b949fb247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CD6BE6-4384-47BD-94BF-B19D3D9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F9663-09B0-4FBF-ABA5-DBCD57F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C2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5C2FF"/>
                </a:solidFill>
                <a:latin typeface="Aptos"/>
                <a:ea typeface="Aptos"/>
                <a:cs typeface="Aptos"/>
              </a:rPr>
              <a:t>RUNTIME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4916D-C3A5-49F8-AA3D-46F1E12B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23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Sonar — не один FSM, а координация нескольких независимых состояний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0775F-5924-4769-8B35-B3530F91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109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Такое представление показывает не только штатный путь, но и комбинации, которые требуют отдельной проверки.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011EC-B1AD-4230-BF6A-B80F052D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3C129-5475-416D-9039-19A73D75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008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Sonar runtime logic map • source: local application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C5CB6-FFB7-4A35-8EE6-FD73D6C2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008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B3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C2E98-0EE5-4EA7-8312-8B4CF4F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4095750" cy="45339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D2233"/>
          </a:solidFill>
          <a:ln xmlns:a="http://schemas.openxmlformats.org/drawingml/2006/main" w="19050">
            <a:solidFill>
              <a:srgbClr val="173A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E5B45-FCBD-4644-8AA6-ED465914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Параллельные измерения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42473-B29A-4B5D-AB92-8802571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59EA1-1E93-4B17-9A57-04EA5FAD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Lifecycle бота: running + stop_event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A36A2-EDB2-4587-8FE5-E6B1ED26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868F4-DF32-40DF-9893-97A559B2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BotPhase как операционный маркер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D5575-40E9-40EC-BCFC-38F85E70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51F3E-FEA2-4188-9D18-7F97F87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Визуальная стадия экрана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7C785-5D61-4866-829A-F361970A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83906-F57B-4A37-AAF3-27223299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Streaming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6174D-CC68-4AB6-91D7-E08F7F3A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71C21-ADDC-4CC4-BAA5-47F6CB0D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Временный chat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62D35-48FB-42A9-BCDD-A83E58A7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EB7DC-7F63-49B3-95D6-1AABCE30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License + feature entitlements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6F8FD-90B8-4DC4-AA7E-9125A621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438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32289-2604-4946-8522-D89A5DC2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972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красный пунктир = проверить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b5f21851f4340"/>
          <a:stretch xmlns:a="http://schemas.openxmlformats.org/drawingml/2006/main"/>
        </p:blipFill>
        <p:spPr>
          <a:xfrm xmlns:a="http://schemas.openxmlformats.org/drawingml/2006/main">
            <a:off x="4838700" y="1564481"/>
            <a:ext cx="6934200" cy="3900488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ADA22-4C9B-4431-B50E-F6B0365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57850"/>
            <a:ext cx="6934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Крупные карты вынесены на следующие слайды; исходная diagrams.net-модель содержит три редактируемые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14187262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900782-2F24-4D55-9365-0F868F38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01F72-A3E8-4950-959A-1DBE0D33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C2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5C2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F54D7-9263-4E21-9039-FB5DDFC2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23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Лицензия и команды связывают независимые runtime-контуры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5E60B-A786-4698-A040-BFC20B47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109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Обзорный граф: запуск, лицензия, fishing, streaming, Telegram, chat WIP и завершение приложения.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295F9-7A5D-40FB-B3BA-C039A60E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AECAA-E6D7-40C7-A357-BAE3C8F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008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Sonar runtime logic map • source: local application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EA10A-C068-4504-B948-B997C360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008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B3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6729c09b942dd"/>
          <a:stretch xmlns:a="http://schemas.openxmlformats.org/drawingml/2006/main"/>
        </p:blipFill>
        <p:spPr>
          <a:xfrm xmlns:a="http://schemas.openxmlformats.org/drawingml/2006/main">
            <a:off x="1710267" y="1390650"/>
            <a:ext cx="8771467" cy="4933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421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B7B92-6723-4153-A3FF-0F5B730C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EAD5A-9A45-45F1-9238-E7FDE947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C2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5C2FF"/>
                </a:solidFill>
                <a:latin typeface="Aptos"/>
                <a:ea typeface="Aptos"/>
                <a:cs typeface="Aptos"/>
              </a:rPr>
              <a:t>FISHING FSM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8F357-650A-4B99-AB42-52F6263F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Визуальные trigger-ы ведут основной цикл, обслуживающие ветки возвращают в brain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83F6C-EB4B-44C1-B6C9-A9F638D3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1109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Приоритет routing: вываживание → ожидание поклёвки → заброс → выбор снастей.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7DEEB-F963-4644-8296-DD4F871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B23C9-0E9C-445F-8271-9BC25A1F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008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Sonar runtime logic map • source: local application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D5619-36DC-448A-B64D-1183C8AB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008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B3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7f145c0cd43f6"/>
          <a:stretch xmlns:a="http://schemas.openxmlformats.org/drawingml/2006/main"/>
        </p:blipFill>
        <p:spPr>
          <a:xfrm xmlns:a="http://schemas.openxmlformats.org/drawingml/2006/main">
            <a:off x="1828800" y="1562100"/>
            <a:ext cx="8534400" cy="4800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948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281E0-81C9-419F-B79C-6EAAE7FD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B4948-E124-4455-A55D-C657EFB7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C2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5C2FF"/>
                </a:solidFill>
                <a:latin typeface="Aptos"/>
                <a:ea typeface="Aptos"/>
                <a:cs typeface="Aptos"/>
              </a:rPr>
              <a:t>STREAMING + CHAT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5C1AE-E779-4B18-9223-2E4F104B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Streaming живёт отдельно; chat mode временно приостанавливает работающую рыбалку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E1E2F-295D-448F-89FF-2649988F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1109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Chat mode скрыт вне direct Python debug и дополнительно зависит от stream_chat entitlement.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36A4C-C7B4-4AE4-87D9-B1B7CD22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A98D3-0755-4EA5-A1FE-876E896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008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Sonar runtime logic map • source: local application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00503-5028-4318-B957-DE6D0B70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008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B3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04df32a014765"/>
          <a:stretch xmlns:a="http://schemas.openxmlformats.org/drawingml/2006/main"/>
        </p:blipFill>
        <p:spPr>
          <a:xfrm xmlns:a="http://schemas.openxmlformats.org/drawingml/2006/main">
            <a:off x="1862667" y="1562100"/>
            <a:ext cx="846666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85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E9EB8-7A75-4027-BB94-E86F1939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502D3-9031-4F14-8BDA-572A5183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1104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C2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5C2FF"/>
                </a:solidFill>
                <a:latin typeface="Aptos"/>
                <a:ea typeface="Aptos"/>
                <a:cs typeface="Aptos"/>
              </a:rPr>
              <a:t>ENGINEERING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EE2CB-3380-4B30-A0E2-6ADCF6B1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Два перехода стоит закрыть до того, как они станут пользовательскими инцидентами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9B05B-B9A4-450F-B53D-2E4E0A56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11096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Оба кандидата получены из runtime-кода и отмечены красным пунктиром на картах.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44923-4740-46C9-957B-E43D9960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D3B37-275D-49D2-A0A8-9FE4F3A9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00825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Sonar runtime logic map • source: local application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90811-B928-4EAE-BB9C-5E0BFAAD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008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B3C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6C569-7D8A-418C-A4D3-B4329F86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5467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321C27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0F047-29A4-4A6D-A741-736E2EDA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4097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811E0-8E6E-4002-B9CB-4DCEA72E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LIFECYCLE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36A22-1AED-4B44-B61C-E3224B20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Перевес: stop / exit_game обходят finish_stop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6A369-CB89-411D-814B-D3E0F6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458D4-60AB-41B3-B596-DC29EDFB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59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Сейчас вызывается только stop_event.set().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4324-2F41-486C-B4B8-0461912C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1EE78-104B-49B4-9BC8-1FFD7957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59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Brain thread может завершиться при running = true.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71138-5DCC-47A0-B4E8-964295DA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A748D-E27C-45D5-B01A-04A030EF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59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Cleanup, phase и UI-статус могут остаться устаревшими.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994A6-BBBD-482E-8B48-F41F5A2C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9DB3C7"/>
                </a:solidFill>
                <a:latin typeface="Aptos Mono"/>
                <a:ea typeface="Aptos Mono"/>
                <a:cs typeface="Aptos Mono"/>
              </a:rPr>
              <a:t>bot.py:2244 • сравнить с _stop_from_brain()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7A49C-7633-4068-A5BB-60994786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467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321C27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80F6D-B119-4D2C-8B54-35E01331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14763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7A151-4DB9-4C58-A96E-5D761845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1476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MISSING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0E222-1565-4E99-A92A-04711380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Telegram polling не выключается feature gate-ом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83E2B-A0EA-4779-9A31-2ED32BFC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05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A8C29-3214-40B8-B28B-FC67CB9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459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Polling стартует из settings.enabled + token.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029A0-6A87-465D-8364-F2A66EFB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BECF9E-057F-4D22-83EA-97217043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59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License gate останавливает fishing и stream, но не TG.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99308-1FE0-499D-8E61-EA834EF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2648D-C302-47EF-84C1-8543DCDF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52900"/>
            <a:ext cx="459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Административные callbacks могут остаться доступны.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15853-7939-409D-AA31-44A404E0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1015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DB3C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9DB3C7"/>
                </a:solidFill>
                <a:latin typeface="Aptos Mono"/>
                <a:ea typeface="Aptos Mono"/>
                <a:cs typeface="Aptos Mono"/>
              </a:rPr>
              <a:t>notifier.py:89 • main_window.py:1564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42E7A-CB3A-4703-89BA-0D7C9767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67400"/>
            <a:ext cx="1135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DB3C7"/>
                </a:solidFill>
                <a:latin typeface="Aptos"/>
                <a:ea typeface="Aptos"/>
                <a:cs typeface="Aptos"/>
              </a:rPr>
              <a:t>Структурный вывод: BotPhase полезен для телеметрии, но routing должен проверяться по экранной стадии и независимым флагам lifecycle.</a:t>
            </a:r>
          </a:p>
        </p:txBody>
      </p:sp>
    </p:spTree>
    <p:extLst>
      <p:ext uri="{BB962C8B-B14F-4D97-AF65-F5344CB8AC3E}">
        <p14:creationId xmlns:p14="http://schemas.microsoft.com/office/powerpoint/2010/main" val="1080531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2026-06-01T02:20:07.4170000Z</dcterms:created>
  <dcterms:modified xsi:type="dcterms:W3CDTF">2026-06-01T02:20:07.4170000Z</dcterms:modified>
</coreProperties>
</file>